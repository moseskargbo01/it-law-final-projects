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57" r:id="rId4"/>
    <p:sldId id="258" r:id="rId5"/>
    <p:sldId id="268" r:id="rId6"/>
    <p:sldId id="260" r:id="rId7"/>
    <p:sldId id="262" r:id="rId8"/>
    <p:sldId id="263" r:id="rId9"/>
    <p:sldId id="266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-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331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This is HealthAware SL — a Digital Public Good for Sierra Leone. Introduce the team and briefly explain the project context before advancing.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through each statistic and explain why these are not just numbers — they represent preventable deaths and suffering. Emphasise the information gap as a key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module. Emphasise that all five work together seamlessly in a single application — users don't need to switch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MIT was chosen — not just what it is. Discuss the DPG standard requirement and how privacy is embedded in the UX, not bolted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feature card briefly. If doing a live demo, this is a good cue to switch to the actual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schema is the invisible backbone of interoperability. Explain how the same data can be consumed by government dashboards, WHO systems, or mobile apps with no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impact. Remind the audience that every feature was built with a real Sierra Leonean in mind. Invite questions and offer to demo any specific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6B3C">
              <a:alpha val="60000"/>
            </a:srgbClr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365760"/>
            <a:ext cx="2560320" cy="2560320"/>
          </a:xfrm>
          <a:prstGeom prst="ellipse">
            <a:avLst/>
          </a:prstGeom>
          <a:solidFill>
            <a:srgbClr val="2D8F54">
              <a:alpha val="50000"/>
            </a:srgbClr>
          </a:solidFill>
          <a:ln w="12700">
            <a:solidFill>
              <a:srgbClr val="2D8F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1A6B3C">
              <a:alpha val="55000"/>
            </a:srgbClr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HealthAware SL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 Awareness Platform for Sierra Leone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324612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A6B3C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0" y="324612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A6B3C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0" y="3246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· 2 · 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324612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1A6B3C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DPG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708"/>
            <a:ext cx="9144000" cy="462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47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3D21"/>
          </a:solidFill>
          <a:ln w="12700">
            <a:solidFill>
              <a:srgbClr val="0D3D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19202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Leone faces some of the world's most acute public health challenges, compounded by limited access to timely, accurate health information.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public good can bridge this gap.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274320"/>
            <a:ext cx="4297680" cy="1325880"/>
          </a:xfrm>
          <a:prstGeom prst="roundRect">
            <a:avLst>
              <a:gd name="adj" fmla="val 8276"/>
            </a:avLst>
          </a:prstGeom>
          <a:solidFill>
            <a:srgbClr val="450A0A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365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70916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smtClean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Malaria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4297680" cy="1325880"/>
          </a:xfrm>
          <a:prstGeom prst="roundRect">
            <a:avLst>
              <a:gd name="adj" fmla="val 8276"/>
            </a:avLst>
          </a:prstGeom>
          <a:solidFill>
            <a:srgbClr val="451A03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9202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09160" y="2514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deaths per 100,000 live births (WHO 2023)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383280"/>
            <a:ext cx="4297680" cy="1325880"/>
          </a:xfrm>
          <a:prstGeom prst="roundRect">
            <a:avLst>
              <a:gd name="adj" fmla="val 8276"/>
            </a:avLst>
          </a:prstGeom>
          <a:solidFill>
            <a:srgbClr val="172554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34747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09160" y="4069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under-5 children affected by malnutrition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D3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276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" y="212140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stats, latest alerts &amp; quick navigation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4630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6276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Library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10712" y="212140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searchable articles across SDG health topics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4630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62763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91072" y="212140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notifications with email subscription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783080" y="315468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EE2E2"/>
          </a:solidFill>
          <a:ln w="12700">
            <a:solidFill>
              <a:srgbClr val="7C2D1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672" y="331927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377440" y="3319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Reporting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947672" y="381304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district-level health concern reporting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663440" y="315468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3E8FF"/>
          </a:solidFill>
          <a:ln w="12700">
            <a:solidFill>
              <a:srgbClr val="581C8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31927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57800" y="3319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1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Assistant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828032" y="3813048"/>
            <a:ext cx="235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 Q&amp;A contextualised for Sierra Leone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3316"/>
            <a:ext cx="9144000" cy="423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5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200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Legal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2103120"/>
            <a:ext cx="3931920" cy="2697480"/>
          </a:xfrm>
          <a:prstGeom prst="roundRect">
            <a:avLst>
              <a:gd name="adj" fmla="val 4746"/>
            </a:avLst>
          </a:prstGeom>
          <a:solidFill>
            <a:srgbClr val="0D3D21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2240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 LICENSE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272491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 to use, modify &amp; distribute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310896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Commercial and non-commercial use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4930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obligation to open-source changes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38770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Approved by Digital Public Goods Alliance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426110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Maximises adoption by governments &amp; NGOs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27432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0F2419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43891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4114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Default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28032" y="9326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data collection. Clear consent at every form. No PII stored unnecessarily.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63440" y="1847088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0F2419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0116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19842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ECOWAS Compliant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28032" y="250545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the ECOWAS Supplementary Act on Personal Data Protection.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419856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0F2419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58444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355701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DPG Standard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828032" y="40782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Digital Public Goods Alliance requirements for open licensing &amp; data.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Features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experience on HealthAware SL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1965960" cy="3429000"/>
          </a:xfrm>
          <a:prstGeom prst="roundRect">
            <a:avLst>
              <a:gd name="adj" fmla="val 6512"/>
            </a:avLst>
          </a:prstGeom>
          <a:solidFill>
            <a:srgbClr val="0F2419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4813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Library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2487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evidence-based articles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29443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&amp; category filter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34015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SDG-tagged content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38587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Authority-sourced guidance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371600"/>
            <a:ext cx="1965960" cy="3429000"/>
          </a:xfrm>
          <a:prstGeom prst="roundRect">
            <a:avLst>
              <a:gd name="adj" fmla="val 6512"/>
            </a:avLst>
          </a:prstGeom>
          <a:solidFill>
            <a:srgbClr val="0F2419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14813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2487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severity tiers (red/amber/blue)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78608" y="29443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Outbreak, campaign &amp; info alerts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78608" y="34015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subscription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78608" y="38587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 notice on all forms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371600"/>
            <a:ext cx="1965960" cy="3429000"/>
          </a:xfrm>
          <a:prstGeom prst="roundRect">
            <a:avLst>
              <a:gd name="adj" fmla="val 6512"/>
            </a:avLst>
          </a:prstGeom>
          <a:solidFill>
            <a:srgbClr val="0F2419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14813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916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Reporting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27448" y="2487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Anonymous submissions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27448" y="29443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District-level geolocation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27448" y="34015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Disease surveillance data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27448" y="38587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submission confirmation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1371600"/>
            <a:ext cx="1965960" cy="3429000"/>
          </a:xfrm>
          <a:prstGeom prst="roundRect">
            <a:avLst>
              <a:gd name="adj" fmla="val 6512"/>
            </a:avLst>
          </a:prstGeom>
          <a:solidFill>
            <a:srgbClr val="0F2419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14813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76288" y="2487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Sonnet 4 powered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76288" y="29443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Sierra Leone context prompt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76288" y="34015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Free-text health questions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76288" y="38587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Recommends professional care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3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Accessibility &amp;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D3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Interoperability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508760"/>
            <a:ext cx="5029200" cy="3337560"/>
          </a:xfrm>
          <a:prstGeom prst="roundRect">
            <a:avLst>
              <a:gd name="adj" fmla="val 328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276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ARTICLE JSON SCHEMA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993392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225856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1,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2523744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"Malaria Prevention",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788920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"Prevention",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3054096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"sdg": "SDG 3",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3319272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"...",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58444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"tips": ["...", "..."],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849624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"author": "Ministry of Health, SL",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4114800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"2026-03-01"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4379976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320040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97880" y="429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}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82512" y="3931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Export Ready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868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maps directly to standard health data APIs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1481328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97880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&lt;/&gt; 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82512" y="1554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Compatible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97880" y="2029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Interoperates with legacy health information systems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2642616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97880" y="27523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↗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82512" y="2715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Integration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97880" y="31912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integration via standard HTTPS REST calls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3803904"/>
            <a:ext cx="301752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97880" y="3913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⊕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82512" y="387705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97880" y="43525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8601 dates, UTF-8 encoding, MIME types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533"/>
            <a:ext cx="9144000" cy="463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A6B3C">
              <a:alpha val="50000"/>
            </a:srgbClr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71800"/>
            <a:ext cx="3657600" cy="3657600"/>
          </a:xfrm>
          <a:prstGeom prst="ellipse">
            <a:avLst/>
          </a:prstGeom>
          <a:solidFill>
            <a:srgbClr val="1A6B3C">
              <a:alpha val="40000"/>
            </a:srgbClr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34747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HealthAware SL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" y="33649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87705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4805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 smtClean="0"/>
              <a:t>GROUP PROJECT</a:t>
            </a:r>
            <a:endParaRPr lang="en-US" sz="1050" dirty="0"/>
          </a:p>
        </p:txBody>
      </p:sp>
      <p:sp>
        <p:nvSpPr>
          <p:cNvPr id="14" name="Rectangle 13"/>
          <p:cNvSpPr/>
          <p:nvPr/>
        </p:nvSpPr>
        <p:spPr>
          <a:xfrm>
            <a:off x="2947822" y="1216152"/>
            <a:ext cx="14195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73075" y="1673352"/>
            <a:ext cx="74834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HEALTHAWARE SL </a:t>
            </a:r>
            <a:r>
              <a:rPr lang="en-US" dirty="0">
                <a:solidFill>
                  <a:schemeClr val="bg1"/>
                </a:solidFill>
              </a:rPr>
              <a:t>contribution to Sierra Leone's digital public health infrastructure. By combining a curated health information library, a real-time alert system, community health reporting, and an AI-powered health assistant within a single, freely licensed, open-source web application, the platform demonstrates that digital public goods can be both technically sophisticated and deeply responsive to the real needs of communities in low-resource environments.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689</Words>
  <Application>Microsoft Office PowerPoint</Application>
  <PresentationFormat>On-screen Show (16:9)</PresentationFormat>
  <Paragraphs>110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HealthAware SL</dc:title>
  <dc:subject>PptxGenJS Presentation</dc:subject>
  <dc:creator>DLAW207 Group Project</dc:creator>
  <cp:lastModifiedBy>hp</cp:lastModifiedBy>
  <cp:revision>4</cp:revision>
  <dcterms:created xsi:type="dcterms:W3CDTF">2026-06-10T11:54:31Z</dcterms:created>
  <dcterms:modified xsi:type="dcterms:W3CDTF">2026-06-14T02:54:13Z</dcterms:modified>
</cp:coreProperties>
</file>